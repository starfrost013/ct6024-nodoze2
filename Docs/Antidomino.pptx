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7C08-03CA-49D0-B9D5-C41D24878F0D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F207E46A-A11C-4A71-83C0-19D34332D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513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7C08-03CA-49D0-B9D5-C41D24878F0D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E46A-A11C-4A71-83C0-19D34332D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9274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7C08-03CA-49D0-B9D5-C41D24878F0D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F207E46A-A11C-4A71-83C0-19D34332D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980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7C08-03CA-49D0-B9D5-C41D24878F0D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E46A-A11C-4A71-83C0-19D34332D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40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7C08-03CA-49D0-B9D5-C41D24878F0D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E46A-A11C-4A71-83C0-19D34332D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397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7C08-03CA-49D0-B9D5-C41D24878F0D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E46A-A11C-4A71-83C0-19D34332D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443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7C08-03CA-49D0-B9D5-C41D24878F0D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E46A-A11C-4A71-83C0-19D34332D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406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7C08-03CA-49D0-B9D5-C41D24878F0D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E46A-A11C-4A71-83C0-19D34332D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8975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7C08-03CA-49D0-B9D5-C41D24878F0D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E46A-A11C-4A71-83C0-19D34332D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496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7C08-03CA-49D0-B9D5-C41D24878F0D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F207E46A-A11C-4A71-83C0-19D34332D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73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7C08-03CA-49D0-B9D5-C41D24878F0D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F207E46A-A11C-4A71-83C0-19D34332D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474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7C08-03CA-49D0-B9D5-C41D24878F0D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207E46A-A11C-4A71-83C0-19D34332DC09}" type="slidenum">
              <a:rPr lang="en-GB" smtClean="0"/>
              <a:t>‹#›</a:t>
            </a:fld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5773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7C08-03CA-49D0-B9D5-C41D24878F0D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207E46A-A11C-4A71-83C0-19D34332D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380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7C08-03CA-49D0-B9D5-C41D24878F0D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E46A-A11C-4A71-83C0-19D34332D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0489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7C08-03CA-49D0-B9D5-C41D24878F0D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E46A-A11C-4A71-83C0-19D34332D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9961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7C08-03CA-49D0-B9D5-C41D24878F0D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E46A-A11C-4A71-83C0-19D34332D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28651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E4017C08-03CA-49D0-B9D5-C41D24878F0D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F207E46A-A11C-4A71-83C0-19D34332D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3411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17C08-03CA-49D0-B9D5-C41D24878F0D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7E46A-A11C-4A71-83C0-19D34332D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7305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EEC17-A353-7F86-5A0F-F068CECF6A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Antidomino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B00E-706C-4CB1-C6AE-41003FFEEA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There Are No Dominoes Here</a:t>
            </a:r>
          </a:p>
        </p:txBody>
      </p:sp>
    </p:spTree>
    <p:extLst>
      <p:ext uri="{BB962C8B-B14F-4D97-AF65-F5344CB8AC3E}">
        <p14:creationId xmlns:p14="http://schemas.microsoft.com/office/powerpoint/2010/main" val="2673682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1F0CB-D07E-F726-28A5-7DEEF077B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3053D-00F9-4FE8-53E4-FF61E6923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Dominos are the systematic terrorists of the highest level.</a:t>
            </a:r>
          </a:p>
          <a:p>
            <a:r>
              <a:rPr lang="en-GB" dirty="0"/>
              <a:t>They are anti-human.</a:t>
            </a:r>
          </a:p>
        </p:txBody>
      </p:sp>
    </p:spTree>
    <p:extLst>
      <p:ext uri="{BB962C8B-B14F-4D97-AF65-F5344CB8AC3E}">
        <p14:creationId xmlns:p14="http://schemas.microsoft.com/office/powerpoint/2010/main" val="192608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8DC16-F31B-0B2C-F950-F61F97E6C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Alternative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0DA3C-F6FD-58BE-7422-F53172D67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782432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68</TotalTime>
  <Words>24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Trebuchet MS</vt:lpstr>
      <vt:lpstr>Berlin</vt:lpstr>
      <vt:lpstr>Antidomino</vt:lpstr>
      <vt:lpstr>Design Goals</vt:lpstr>
      <vt:lpstr>Alternative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Hyde, Connor</dc:creator>
  <cp:lastModifiedBy>Hyde, Connor</cp:lastModifiedBy>
  <cp:revision>1</cp:revision>
  <dcterms:created xsi:type="dcterms:W3CDTF">2026-04-19T01:03:28Z</dcterms:created>
  <dcterms:modified xsi:type="dcterms:W3CDTF">2026-04-19T02:11:38Z</dcterms:modified>
</cp:coreProperties>
</file>